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jpeg" ContentType="image/jpeg"/>
  <Override PartName="/ppt/media/image2.png" ContentType="image/png"/>
  <Override PartName="/ppt/media/hdphoto1.wdp" ContentType="image/vnd.ms-photo"/>
  <Override PartName="/ppt/media/image3.png" ContentType="image/png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6DF15C85-436A-4C1C-879E-FF9DB8F93914}" type="datetime">
              <a:rPr b="0" lang="es-ES" sz="1200" spc="-1" strike="noStrike">
                <a:solidFill>
                  <a:srgbClr val="8b8b8b"/>
                </a:solidFill>
                <a:latin typeface="Calibri"/>
              </a:rPr>
              <a:t>12/02/22</a:t>
            </a:fld>
            <a:endParaRPr b="0" lang="es-E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s-ES" sz="2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FA612B64-65D1-4355-99C0-C0DAFCA55A3B}" type="slidenum">
              <a:rPr b="0" lang="es-ES" sz="1200" spc="-1" strike="noStrike">
                <a:solidFill>
                  <a:srgbClr val="8b8b8b"/>
                </a:solidFill>
                <a:latin typeface="Calibri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s-ES" sz="1800" spc="-1" strike="noStrike">
                <a:solidFill>
                  <a:srgbClr val="000000"/>
                </a:solidFill>
                <a:latin typeface="Calibri"/>
              </a:rPr>
              <a:t>Pulse para editar el formato del texto de título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Calibri"/>
              </a:rPr>
              <a:t>Pulse para editar el formato de texto del esquema</a:t>
            </a:r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Segundo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Calibri"/>
              </a:rPr>
              <a:t>Tercer nivel del esquema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Calibri"/>
              </a:rPr>
              <a:t>Cuarto nivel del esquema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Quinto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Sexto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Séptimo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microsoft.com/office/2007/relationships/hdphoto" Target="../media/hdphoto1.wdp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2" name="Imagen 2" descr="Imagen que contiene agua, azul, grande, verde&#10;&#10;Descripción generada automáticamente"/>
          <p:cNvPicPr/>
          <p:nvPr/>
        </p:nvPicPr>
        <p:blipFill>
          <a:blip r:embed="rId1"/>
          <a:srcRect l="0" t="0" r="7535" b="0"/>
          <a:stretch/>
        </p:blipFill>
        <p:spPr>
          <a:xfrm>
            <a:off x="1440" y="0"/>
            <a:ext cx="12191760" cy="6856200"/>
          </a:xfrm>
          <a:prstGeom prst="rect">
            <a:avLst/>
          </a:prstGeom>
          <a:ln w="0">
            <a:noFill/>
          </a:ln>
        </p:spPr>
      </p:pic>
      <p:pic>
        <p:nvPicPr>
          <p:cNvPr id="43" name="Imagen 15" descr="Forma, Círculo&#10;&#10;Descripción generada automáticamente"/>
          <p:cNvPicPr/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tretch/>
        </p:blipFill>
        <p:spPr>
          <a:xfrm rot="2574000">
            <a:off x="5837760" y="330480"/>
            <a:ext cx="2371680" cy="2218680"/>
          </a:xfrm>
          <a:prstGeom prst="rect">
            <a:avLst/>
          </a:prstGeom>
          <a:ln w="0">
            <a:noFill/>
          </a:ln>
        </p:spPr>
      </p:pic>
      <p:sp>
        <p:nvSpPr>
          <p:cNvPr id="44" name="CustomShape 2"/>
          <p:cNvSpPr/>
          <p:nvPr/>
        </p:nvSpPr>
        <p:spPr>
          <a:xfrm>
            <a:off x="360000" y="721800"/>
            <a:ext cx="7482960" cy="179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ctr">
              <a:lnSpc>
                <a:spcPct val="100000"/>
              </a:lnSpc>
            </a:pPr>
            <a:r>
              <a:rPr b="0" lang="es-ES" sz="8800" spc="-1" strike="noStrike">
                <a:solidFill>
                  <a:srgbClr val="8497b0">
                    <a:alpha val="44000"/>
                  </a:srgbClr>
                </a:solidFill>
                <a:latin typeface="Calibri"/>
              </a:rPr>
              <a:t>scanthenet.es</a:t>
            </a:r>
            <a:endParaRPr b="0" lang="es-ES" sz="8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s-ES" sz="2400" spc="-1" strike="noStrike">
                <a:solidFill>
                  <a:srgbClr val="8497b0"/>
                </a:solidFill>
                <a:latin typeface="Calibri"/>
              </a:rPr>
              <a:t>                                                                                  </a:t>
            </a:r>
            <a:endParaRPr b="0" lang="es-E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ustomShape 1"/>
          <p:cNvSpPr/>
          <p:nvPr/>
        </p:nvSpPr>
        <p:spPr>
          <a:xfrm>
            <a:off x="1210320" y="0"/>
            <a:ext cx="9771120" cy="6857640"/>
          </a:xfrm>
          <a:custGeom>
            <a:avLst/>
            <a:gdLst/>
            <a:ahLst/>
            <a:rect l="l" t="t" r="r" b="b"/>
            <a:pathLst>
              <a:path w="9771446" h="6858000">
                <a:moveTo>
                  <a:pt x="1422188" y="0"/>
                </a:moveTo>
                <a:lnTo>
                  <a:pt x="8349258" y="0"/>
                </a:lnTo>
                <a:lnTo>
                  <a:pt x="8502224" y="159673"/>
                </a:lnTo>
                <a:cubicBezTo>
                  <a:pt x="9290813" y="1023162"/>
                  <a:pt x="9771446" y="2170221"/>
                  <a:pt x="9771446" y="3429001"/>
                </a:cubicBezTo>
                <a:cubicBezTo>
                  <a:pt x="9771446" y="4687781"/>
                  <a:pt x="9290813" y="5834840"/>
                  <a:pt x="8502224" y="6698330"/>
                </a:cubicBezTo>
                <a:lnTo>
                  <a:pt x="8349260" y="6858000"/>
                </a:lnTo>
                <a:lnTo>
                  <a:pt x="1422186" y="6858000"/>
                </a:lnTo>
                <a:lnTo>
                  <a:pt x="1269223" y="6698330"/>
                </a:lnTo>
                <a:cubicBezTo>
                  <a:pt x="480633" y="5834840"/>
                  <a:pt x="0" y="4687781"/>
                  <a:pt x="0" y="3429001"/>
                </a:cubicBezTo>
                <a:cubicBezTo>
                  <a:pt x="0" y="2170221"/>
                  <a:pt x="480633" y="1023162"/>
                  <a:pt x="1269223" y="159673"/>
                </a:cubicBezTo>
                <a:close/>
              </a:path>
            </a:pathLst>
          </a:custGeom>
          <a:solidFill>
            <a:schemeClr val="bg1">
              <a:lumMod val="85000"/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6" name="Imagen 2" descr="Un conjunto de letras blancas en fondo azul&#10;&#10;Descripción generada automáticamente con confianza baja"/>
          <p:cNvPicPr/>
          <p:nvPr/>
        </p:nvPicPr>
        <p:blipFill>
          <a:blip r:embed="rId1"/>
          <a:srcRect l="0" t="2781" r="0" b="7003"/>
          <a:stretch/>
        </p:blipFill>
        <p:spPr>
          <a:xfrm>
            <a:off x="1460520" y="0"/>
            <a:ext cx="927036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Application>LibreOffice/7.0.4.2$Linux_X86_64 LibreOffice_project/00$Build-2</Application>
  <AppVersion>15.0000</AppVersion>
  <Words>5</Words>
  <Paragraphs>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2021-06-11T07:13:13Z</dcterms:created>
  <dc:creator>fernando lopez quiros</dc:creator>
  <dc:description/>
  <dc:language>es-ES</dc:language>
  <cp:lastModifiedBy/>
  <dcterms:modified xsi:type="dcterms:W3CDTF">2022-02-12T09:16:17Z</dcterms:modified>
  <cp:revision>6</cp:revision>
  <dc:subject/>
  <dc:title>Presentación de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2</vt:i4>
  </property>
</Properties>
</file>